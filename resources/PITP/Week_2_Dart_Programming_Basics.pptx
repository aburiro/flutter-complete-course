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Flutter Mobile Application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 2: Dart Programming Basics</a:t>
            </a:r>
          </a:p>
          <a:p>
            <a:r>
              <a:t>Step-by-Step Guidelines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Dart programming language basics</a:t>
            </a:r>
          </a:p>
          <a:p>
            <a:r>
              <a:t>Write simple Dart programs</a:t>
            </a:r>
          </a:p>
          <a:p>
            <a:r>
              <a:t>Use variables, conditions, and loops</a:t>
            </a:r>
          </a:p>
          <a:p>
            <a:r>
              <a:t>Work with collections and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Dart is a programming language developed by Google</a:t>
            </a:r>
          </a:p>
          <a:p>
            <a:r>
              <a:t>Used as the primary language for Flutter</a:t>
            </a:r>
          </a:p>
          <a:p>
            <a:r>
              <a:t>Object-oriented and type-safe</a:t>
            </a:r>
          </a:p>
          <a:p>
            <a:r>
              <a:t>Optimized for UI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Dart Program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Dart program starts with main() function</a:t>
            </a:r>
          </a:p>
          <a:p>
            <a:r>
              <a:t>Execution begins from main()</a:t>
            </a:r>
          </a:p>
          <a:p>
            <a:r>
              <a:t>Statements are written inside curly braces {}</a:t>
            </a:r>
          </a:p>
          <a:p>
            <a:r>
              <a:t>Example: void main() { print('Hello Dart');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Variables &amp;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Variables store data values</a:t>
            </a:r>
          </a:p>
          <a:p>
            <a:r>
              <a:t>Common data types: int, double, String, bool</a:t>
            </a:r>
          </a:p>
          <a:p>
            <a:r>
              <a:t>Use var for automatic type inference</a:t>
            </a:r>
          </a:p>
          <a:p>
            <a:r>
              <a:t>Example: int age = 20;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Arithmetic operators: +, -, *, /, %</a:t>
            </a:r>
          </a:p>
          <a:p>
            <a:r>
              <a:t>Relational operators: ==, !=, &gt;, &lt;</a:t>
            </a:r>
          </a:p>
          <a:p>
            <a:r>
              <a:t>Logical operators: &amp;&amp;, ||, !</a:t>
            </a:r>
          </a:p>
          <a:p>
            <a:r>
              <a:t>Used to perform calculations and comparisons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Conditional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make decisions in programs</a:t>
            </a:r>
          </a:p>
          <a:p>
            <a:r>
              <a:t>if statement executes code when condition is true</a:t>
            </a:r>
          </a:p>
          <a:p>
            <a:r>
              <a:t>if-else executes alternative code</a:t>
            </a:r>
          </a:p>
          <a:p>
            <a:r>
              <a:t>switch used for multiple conditions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Loops execute code repeatedly</a:t>
            </a:r>
          </a:p>
          <a:p>
            <a:r>
              <a:t>for loop – known number of iterations</a:t>
            </a:r>
          </a:p>
          <a:p>
            <a:r>
              <a:t>while loop – condition-based repetition</a:t>
            </a:r>
          </a:p>
          <a:p>
            <a:r>
              <a:t>do-while loop – executes at least once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Functions are reusable blocks of code</a:t>
            </a:r>
          </a:p>
          <a:p>
            <a:r>
              <a:t>Improve readability and reusability</a:t>
            </a:r>
          </a:p>
          <a:p>
            <a:r>
              <a:t>Functions can return values</a:t>
            </a:r>
          </a:p>
          <a:p>
            <a:r>
              <a:t>Example: int add(int a, int 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Dart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 – ordered collection of values</a:t>
            </a:r>
          </a:p>
          <a:p>
            <a:r>
              <a:t>Set – unordered unique values</a:t>
            </a:r>
          </a:p>
          <a:p>
            <a:r>
              <a:t>Map – key-value pairs</a:t>
            </a:r>
          </a:p>
          <a:p>
            <a:r>
              <a:t>Used to store multiple data items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8: Null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Prevents null reference errors</a:t>
            </a:r>
          </a:p>
          <a:p>
            <a:r>
              <a:t>Variables are non-nullable by default</a:t>
            </a:r>
          </a:p>
          <a:p>
            <a:r>
              <a:t>Use ? to allow null values</a:t>
            </a:r>
          </a:p>
          <a:p>
            <a:r>
              <a:t>Improves application stability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9: Dart in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Dart is used to write Flutter apps</a:t>
            </a:r>
          </a:p>
          <a:p>
            <a:r>
              <a:t>Widgets are written using Dart</a:t>
            </a:r>
          </a:p>
          <a:p>
            <a:r>
              <a:t>UI and logic are combined</a:t>
            </a:r>
          </a:p>
          <a:p>
            <a:r>
              <a:t>Fast performance with compiled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 Lab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simple Dart programs</a:t>
            </a:r>
          </a:p>
          <a:p>
            <a:r>
              <a:t>Practice variables and conditions</a:t>
            </a:r>
          </a:p>
          <a:p>
            <a:r>
              <a:t>Create functions and use collections</a:t>
            </a:r>
          </a:p>
          <a:p>
            <a:r>
              <a:t>Test code using DartPad or 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Learned Dart fundamentals</a:t>
            </a:r>
          </a:p>
          <a:p>
            <a:r>
              <a:t>Used conditions, loops, and functions</a:t>
            </a:r>
          </a:p>
          <a:p>
            <a:r>
              <a:t>Understood collections and null safety</a:t>
            </a:r>
          </a:p>
          <a:p>
            <a:r>
              <a:t>Prepared for Flutter widget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