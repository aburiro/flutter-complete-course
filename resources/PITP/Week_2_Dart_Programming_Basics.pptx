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153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Flutter Mobile Application Development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Week 2: Dart Programming Basics</a:t>
            </a:r>
          </a:p>
          <a:p>
            <a:r>
              <a:t>Step-by-Step Guidelines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Week 2 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Understand Dart programming language basics</a:t>
            </a:r>
          </a:p>
          <a:p>
            <a:r>
              <a:t>Write simple Dart programs</a:t>
            </a:r>
          </a:p>
          <a:p>
            <a:r>
              <a:t>Use variables, conditions, and loops</a:t>
            </a:r>
          </a:p>
          <a:p>
            <a:r>
              <a:t>Work with collections and functions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to Dart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Dart is a programming language developed by Google</a:t>
            </a:r>
          </a:p>
          <a:p>
            <a:r>
              <a:t>Used as the primary language for Flutter</a:t>
            </a:r>
          </a:p>
          <a:p>
            <a:r>
              <a:t>Object-oriented and type-safe</a:t>
            </a:r>
          </a:p>
          <a:p>
            <a:r>
              <a:t>Optimized for UI development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1: Dart Program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Every Dart program starts with main() function</a:t>
            </a:r>
          </a:p>
          <a:p>
            <a:r>
              <a:t>Execution begins from main()</a:t>
            </a:r>
          </a:p>
          <a:p>
            <a:r>
              <a:t>Statements are written inside curly braces {}</a:t>
            </a:r>
          </a:p>
          <a:p>
            <a:r>
              <a:t>Example: void main() { print('Hello Dart'); 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2: Variables &amp; 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Variables store data values</a:t>
            </a:r>
          </a:p>
          <a:p>
            <a:r>
              <a:t>Common data types: int, double, String, bool</a:t>
            </a:r>
          </a:p>
          <a:p>
            <a:r>
              <a:t>Use var for automatic type inference</a:t>
            </a:r>
          </a:p>
          <a:p>
            <a:r>
              <a:t>Example: int age = 20;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3: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Arithmetic operators: +, -, *, /, %</a:t>
            </a:r>
          </a:p>
          <a:p>
            <a:r>
              <a:t>Relational operators: ==, !=, &gt;, &lt;</a:t>
            </a:r>
          </a:p>
          <a:p>
            <a:r>
              <a:t>Logical operators: &amp;&amp;, ||, !</a:t>
            </a:r>
          </a:p>
          <a:p>
            <a:r>
              <a:t>Used to perform calculations and comparisons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4: Conditional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Used to make decisions in programs</a:t>
            </a:r>
          </a:p>
          <a:p>
            <a:r>
              <a:t>if statement executes code when condition is true</a:t>
            </a:r>
          </a:p>
          <a:p>
            <a:r>
              <a:t>if-else executes alternative code</a:t>
            </a:r>
          </a:p>
          <a:p>
            <a:r>
              <a:t>switch used for multiple conditions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5: Loops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Loops execute code repeatedly</a:t>
            </a:r>
          </a:p>
          <a:p>
            <a:r>
              <a:t>for loop – known number of iterations</a:t>
            </a:r>
          </a:p>
          <a:p>
            <a:r>
              <a:t>while loop – condition-based repetition</a:t>
            </a:r>
          </a:p>
          <a:p>
            <a:r>
              <a:t>do-while loop – executes at least once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6: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Functions are reusable blocks of code</a:t>
            </a:r>
          </a:p>
          <a:p>
            <a:r>
              <a:t>Improve readability and reusability</a:t>
            </a:r>
          </a:p>
          <a:p>
            <a:r>
              <a:t>Functions can return values</a:t>
            </a:r>
          </a:p>
          <a:p>
            <a:r>
              <a:t>Example: int add(int a, int b)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7: Dart Collections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List – ordered collection of values</a:t>
            </a:r>
          </a:p>
          <a:p>
            <a:r>
              <a:t>Set – unordered unique values</a:t>
            </a:r>
          </a:p>
          <a:p>
            <a:r>
              <a:t>Map – key-value pairs</a:t>
            </a:r>
          </a:p>
          <a:p>
            <a:r>
              <a:t>Used to store multiple data items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8: Null Safety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Prevents null reference errors</a:t>
            </a:r>
          </a:p>
          <a:p>
            <a:r>
              <a:t>Variables are non-nullable by default</a:t>
            </a:r>
          </a:p>
          <a:p>
            <a:r>
              <a:t>Use ? to allow null values</a:t>
            </a:r>
          </a:p>
          <a:p>
            <a:r>
              <a:t>Improves application stability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9: Dart in Flutter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Dart is used to write Flutter apps</a:t>
            </a:r>
          </a:p>
          <a:p>
            <a:r>
              <a:t>Widgets are written using Dart</a:t>
            </a:r>
          </a:p>
          <a:p>
            <a:r>
              <a:t>UI and logic are combined</a:t>
            </a:r>
          </a:p>
          <a:p>
            <a:r>
              <a:t>Fast performance with compiled code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Week 2 Lab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Write simple Dart programs</a:t>
            </a:r>
          </a:p>
          <a:p>
            <a:r>
              <a:t>Practice variables and conditions</a:t>
            </a:r>
          </a:p>
          <a:p>
            <a:r>
              <a:t>Create functions and use collections</a:t>
            </a:r>
          </a:p>
          <a:p>
            <a:r>
              <a:t>Test code using DartPad or 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Week 2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Learned Dart fundamentals</a:t>
            </a:r>
          </a:p>
          <a:p>
            <a:r>
              <a:t>Used conditions, loops, and functions</a:t>
            </a:r>
          </a:p>
          <a:p>
            <a:r>
              <a:t>Understood collections and null safety</a:t>
            </a:r>
          </a:p>
          <a:p>
            <a:r>
              <a:t>Prepared for Flutter widget development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8DB84-AC7C-A80A-0A92-1ACE84316F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Notion link</a:t>
            </a:r>
            <a:endParaRPr lang="en-P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2A5222-61C3-5796-FDFD-BCB874215A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https://believed-collarbone-00f.notion.site/PITP2-3-MAD-2e75a8bc129780fca304fb6095b0ca68</a:t>
            </a:r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1408193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B4D23-B8B1-DE6E-6EC0-1870A93FB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in Dart</a:t>
            </a:r>
            <a:endParaRPr lang="en-P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5F75D6-C77B-C644-3B35-69C6EF9833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https://www.notion.so/Function-in-Dart-2f17ce624b5980b2bc66f4e0e5901ea4?source=copy_link</a:t>
            </a:r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32188392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402</Words>
  <Application>Microsoft Office PowerPoint</Application>
  <PresentationFormat>On-screen Show (4:3)</PresentationFormat>
  <Paragraphs>72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Flutter Mobile Application Development</vt:lpstr>
      <vt:lpstr>Week 2 Learning Objectives</vt:lpstr>
      <vt:lpstr>Introduction to Dart</vt:lpstr>
      <vt:lpstr>Step 1: Dart Program Structure</vt:lpstr>
      <vt:lpstr>Step 2: Variables &amp; Data Types</vt:lpstr>
      <vt:lpstr>Step 3: Operators</vt:lpstr>
      <vt:lpstr>Step 4: Conditional Statements</vt:lpstr>
      <vt:lpstr>Step 5: Loops</vt:lpstr>
      <vt:lpstr>Step 6: Functions</vt:lpstr>
      <vt:lpstr>Step 7: Dart Collections</vt:lpstr>
      <vt:lpstr>Step 8: Null Safety</vt:lpstr>
      <vt:lpstr>Step 9: Dart in Flutter</vt:lpstr>
      <vt:lpstr>Week 2 Lab Guidelines</vt:lpstr>
      <vt:lpstr>Week 2 Summary</vt:lpstr>
      <vt:lpstr>Notion link</vt:lpstr>
      <vt:lpstr>Function in Dart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Azhar Hussain</cp:lastModifiedBy>
  <cp:revision>3</cp:revision>
  <dcterms:created xsi:type="dcterms:W3CDTF">2013-01-27T09:14:16Z</dcterms:created>
  <dcterms:modified xsi:type="dcterms:W3CDTF">2026-01-23T08:11:56Z</dcterms:modified>
  <cp:category/>
</cp:coreProperties>
</file>