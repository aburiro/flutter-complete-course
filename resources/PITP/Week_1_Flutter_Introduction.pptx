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Flutter Mobile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1: Introduction to Flutter</a:t>
            </a:r>
          </a:p>
          <a:p>
            <a:r>
              <a:t>Instructor: __________</a:t>
            </a:r>
          </a:p>
          <a:p>
            <a:r>
              <a:t>Department: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Name: Flutter Mobile Application Development</a:t>
            </a:r>
          </a:p>
          <a:p>
            <a:r>
              <a:t>Focus on cross-platform mobile app development</a:t>
            </a:r>
          </a:p>
          <a:p>
            <a:r>
              <a:t>Theory + Practical (Lab-based learning)</a:t>
            </a:r>
          </a:p>
          <a:p>
            <a:r>
              <a:t>Industry-oriented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Flutter?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is an open-source UI framework by Google</a:t>
            </a:r>
          </a:p>
          <a:p>
            <a:r>
              <a:t>Used to build natively compiled applications</a:t>
            </a:r>
          </a:p>
          <a:p>
            <a:r>
              <a:t>Single codebase for Android, iOS, Web &amp; Desktop</a:t>
            </a:r>
          </a:p>
          <a:p>
            <a:r>
              <a:t>Uses Dart programming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Flutter?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Cross-platform development</a:t>
            </a:r>
          </a:p>
          <a:p>
            <a:r>
              <a:t>Fast development with Hot Reload</a:t>
            </a:r>
          </a:p>
          <a:p>
            <a:r>
              <a:t>High performance</a:t>
            </a:r>
          </a:p>
          <a:p>
            <a:r>
              <a:t>Beautiful and customizable UI</a:t>
            </a:r>
          </a:p>
          <a:p>
            <a:r>
              <a:t>Strong community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Flutter vs Native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codebase vs multiple codebases</a:t>
            </a:r>
          </a:p>
          <a:p>
            <a:r>
              <a:t>Faster development time</a:t>
            </a:r>
          </a:p>
          <a:p>
            <a:r>
              <a:t>Consistent UI across platforms</a:t>
            </a:r>
          </a:p>
          <a:p>
            <a:r>
              <a:t>Reduced maintenance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Flutter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Layer (Widgets, Material, Cupertino)</a:t>
            </a:r>
          </a:p>
          <a:p>
            <a:r>
              <a:t>Engine Layer (Rendering, Skia)</a:t>
            </a:r>
          </a:p>
          <a:p>
            <a:r>
              <a:t>Platform Layer (Android / iOS)</a:t>
            </a:r>
          </a:p>
          <a:p>
            <a:r>
              <a:t>Everything in Flutter is a Widget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SDK</a:t>
            </a:r>
          </a:p>
          <a:p>
            <a:r>
              <a:t>Android Studio or VS Code</a:t>
            </a:r>
          </a:p>
          <a:p>
            <a:r>
              <a:t>Android Emulator or Physical Device</a:t>
            </a:r>
          </a:p>
          <a:p>
            <a:r>
              <a:t>Basic programming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Flutter Installation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Flutter SDK from official website</a:t>
            </a:r>
          </a:p>
          <a:p>
            <a:r>
              <a:t>Set environment variables</a:t>
            </a:r>
          </a:p>
          <a:p>
            <a:r>
              <a:t>Install Android Studio / VS Code</a:t>
            </a:r>
          </a:p>
          <a:p>
            <a:r>
              <a:t>Install Flutter &amp; Dart plugins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Flutter Doctor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Doctor checks environment setup</a:t>
            </a:r>
          </a:p>
          <a:p>
            <a:r>
              <a:t>Command: flutter doctor</a:t>
            </a:r>
          </a:p>
          <a:p>
            <a:r>
              <a:t>Identifies missing dependencies</a:t>
            </a:r>
          </a:p>
          <a:p>
            <a:r>
              <a:t>Ensures system is ready for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Flutter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new Flutter project</a:t>
            </a:r>
          </a:p>
          <a:p>
            <a:r>
              <a:t>Understand project structure</a:t>
            </a:r>
          </a:p>
          <a:p>
            <a:r>
              <a:t>Main.dart file</a:t>
            </a:r>
          </a:p>
          <a:p>
            <a:r>
              <a:t>Run app on emulator or device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MaterialApp widget</a:t>
            </a:r>
          </a:p>
          <a:p>
            <a:r>
              <a:t>Scaffold provides basic layout</a:t>
            </a:r>
          </a:p>
          <a:p>
            <a:r>
              <a:t>Text widget displays content</a:t>
            </a:r>
          </a:p>
          <a:p>
            <a:r>
              <a:t>Entry point: main() 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Flutter SDK</a:t>
            </a:r>
          </a:p>
          <a:p>
            <a:r>
              <a:t>Run flutter doctor</a:t>
            </a:r>
          </a:p>
          <a:p>
            <a:r>
              <a:t>Create and run Hello World app</a:t>
            </a:r>
          </a:p>
          <a:p>
            <a:r>
              <a:t>Explore project 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Flutter framework</a:t>
            </a:r>
          </a:p>
          <a:p>
            <a:r>
              <a:t>Understanding Flutter advantages</a:t>
            </a:r>
          </a:p>
          <a:p>
            <a:r>
              <a:t>Installation &amp; setup</a:t>
            </a:r>
          </a:p>
          <a:p>
            <a:r>
              <a:t>First Flutter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